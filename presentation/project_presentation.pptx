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C8B1-9586-37E2-8E5B-5A485A291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F1E49-5CF7-CA22-8276-2F67FC739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D3ABC-FF2F-D51F-6B6E-B5950B57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9301E-9220-A3D5-BA60-F5FE63F6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E0F9D-01E2-94BF-C295-DCD01093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8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1357-E240-9C18-85C3-B23B9D72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7048E-A2A8-629B-AA24-8AEE585E4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B54C5-FF6F-0E24-B916-3862C8DF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8C859-27C5-A064-BE7C-94861F2F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8F3C7-B03A-A9A3-DBE1-CECC40BE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65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FB27-1323-E2AB-C0D5-4F3BB056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43EA1-F54F-34D0-CC68-72E0BF6E8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01318-B70E-81B6-7833-AD130266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93747-831F-B259-751A-5518A77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F348D-4037-AFC2-A5A9-4B8FE1F8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77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C453-A2B4-2242-9727-A66C6E873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4296-19F8-C0A4-2E10-7B076EB87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11591-2BB8-F45F-742C-A0EB39295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0748D-5A4D-B358-EE96-C43F63E3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ACF0-8EE0-C5B5-DEC6-A8685DAF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F01D4-39A9-72C9-F403-FDF46FDB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70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F9DF-8088-ECF9-0024-009B9536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80D70-D7D6-A59F-7423-AC6CFF11E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DDE25-2494-DEAF-37FF-76F1221ED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11DBB-0480-E11F-B91A-43B89EAFB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68E44-C980-FCF5-06B7-A03514B7F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25548-E51E-4B5C-A9F1-630CFADF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88505-6A9E-E5EC-3388-0F6F73DB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6E085-7835-5144-22CF-59DC2B58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87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7DE1-BC83-3D34-9B5D-61D34C7E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EC2BA-FF99-270E-D8BE-DCC1CBD0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513C2-67BB-3368-D720-488DD960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35F34-E845-A0BF-D98D-52A60FFD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1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55AB0-0BB6-1FA0-3EF2-DEC6E260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CB033-21F2-A232-4550-D0094937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72C7C-7555-B1D0-8188-8E8CE8B5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84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BF80-2E4E-8272-A4CC-F7C816CF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9A2F0-B080-03BC-E30A-9A96CFE51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858F5-10F0-DAC2-DF39-8920CCD59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783C5-A4A9-E8F4-E78D-BE53181B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1E814-55E3-BBBB-5D54-A69D52BA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DA6B-E284-2B2F-0597-90F6CA98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62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B249-3322-393D-52E3-47B8DBDDE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A17B8-6404-AADA-AA52-690B79A84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62D35-6C0E-AD0A-A5C0-E28EF5ADB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15035-3030-4DEB-F9B2-633A82EF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2DED-FFED-DB9A-891E-3F083678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691D4-9794-9EEB-947C-0860CBD2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AD55-458C-9A4F-32EB-01D949B3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FFA74-D8F0-DCC9-424A-27361650B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3F11-CB6D-52C3-C18B-119D0608F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997D7-6BC2-1E3C-162F-68DE03E2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ED94C-EA13-A484-2B43-0F11E3A7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65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1D1598-836B-1191-1B4B-95375B961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7B32A-2627-DAE8-9EE2-D44FC415A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B9E1C-306A-A077-0DFE-4DA95F5A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72273-24C5-47E4-78AB-F5F75F7C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9F6A9-DC61-7FE1-EE9C-51C33918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29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34110-B412-3056-3854-37442429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B6C8-7AE4-A414-F680-3E41C6AF7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8D385-40FA-1941-1E29-2A168826C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DEA0C-7FDC-4BF3-8C4F-0D8C79D7203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14B61-D801-62E1-FC73-A59C13D3C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D61E0-5CEC-3E55-24E1-8FBCB0FF4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9A570-41E8-47B0-B44E-9B1D6407A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2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3350-2700-2CF0-71DB-B0126FA5B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E788-DBDE-17F1-99C0-B1E4894C7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C8283E-C917-B750-7CFC-B37C69B7D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1"/>
            <a:ext cx="12192000" cy="68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8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ECBE442-01EB-3A0E-3CE0-387BA47F0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" y="0"/>
            <a:ext cx="12184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7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DD379-1BC1-7622-0EF3-DA6D61DC2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2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0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326292-7E53-983E-6119-D51E72D44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1"/>
            <a:ext cx="12192000" cy="68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7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0B337-551D-0DBC-1383-C39C10FE7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"/>
            <a:ext cx="12192000" cy="683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6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865727-C6BE-40A7-9D5D-7CD852052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1"/>
            <a:ext cx="12192000" cy="68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3D6EB-845A-7D55-7D4F-C43A085D8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9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824D1A-0D0F-2CED-7EA0-AC32BE938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20"/>
            <a:ext cx="12192000" cy="682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9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90196-304C-5FA4-654E-097629F73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"/>
            <a:ext cx="12192000" cy="683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1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B9669-4C07-C512-1364-A7ACB18B8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13"/>
            <a:ext cx="12192000" cy="684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4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3B75D-9BD5-C18E-C2D5-B4ED6B881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"/>
            <a:ext cx="12192000" cy="683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9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40A037-742F-4F5A-9F66-01D6B0D07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41"/>
            <a:ext cx="12192000" cy="68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D9665C-631F-12D6-E27E-E59E6A386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9"/>
            <a:ext cx="12192000" cy="684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83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93A34-0F29-49A5-7C6C-D7CDA7280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1"/>
            <a:ext cx="12192000" cy="68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7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49BD4-23EF-0BC7-CC27-838FCFF38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6"/>
            <a:ext cx="12192000" cy="685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62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2DCD2C-0086-D2C9-FD88-BE181D25D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5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28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394104-6E08-1B73-AC7F-9F5654B27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"/>
            <a:ext cx="12192000" cy="684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11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9B8E3-F4E6-5E61-5F9A-497135E97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2" y="0"/>
            <a:ext cx="12195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53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88AD6E-BFB8-EB93-2EDF-C6DE4F8C9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28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4DCD7-2F96-AFBD-A92D-39455F0CA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43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F81AC-4D28-9326-F05C-742A12DAB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45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E128D5-005A-D9DE-7C7A-8AB5ACCD1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36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D46094-343D-B364-43A9-4DBDD9393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54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0F8CC-E511-5542-8505-E27AD7812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78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75C34-6DB9-AE96-58D6-10667C794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65" y="0"/>
            <a:ext cx="12220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7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 gautam</dc:creator>
  <cp:lastModifiedBy>priyansh gautam</cp:lastModifiedBy>
  <cp:revision>1</cp:revision>
  <dcterms:created xsi:type="dcterms:W3CDTF">2026-03-29T18:16:50Z</dcterms:created>
  <dcterms:modified xsi:type="dcterms:W3CDTF">2026-03-29T18:17:13Z</dcterms:modified>
</cp:coreProperties>
</file>